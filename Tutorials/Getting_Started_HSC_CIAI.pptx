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57" r:id="rId4"/>
    <p:sldId id="258" r:id="rId5"/>
    <p:sldId id="259" r:id="rId6"/>
    <p:sldId id="264" r:id="rId7"/>
    <p:sldId id="266" r:id="rId8"/>
    <p:sldId id="261" r:id="rId9"/>
    <p:sldId id="260" r:id="rId10"/>
    <p:sldId id="262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45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28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7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50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47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457200"/>
            <a:ext cx="2834640" cy="2834640"/>
          </a:xfrm>
          <a:prstGeom prst="ellipse">
            <a:avLst/>
          </a:prstGeom>
          <a:solidFill>
            <a:srgbClr val="2E3C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CATHOLIC INTRODUCTION TO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HSC CIAI Course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F4F5F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457200"/>
            <a:ext cx="2834640" cy="2834640"/>
          </a:xfrm>
          <a:prstGeom prst="ellipse">
            <a:avLst/>
          </a:prstGeom>
          <a:solidFill>
            <a:srgbClr val="E9EBF3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4F5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WAY TO LEARN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New Technology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Study New Technology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doesn't just teach you about AI — it hands you AI-powered tools to learn it faster.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9959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studying artificial intelligence.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80160" y="4315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of this course.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47731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study mentor is artificial intelligence.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80160" y="5093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Notebook, grounded in your own material.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5550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notebooks run the same building blocks.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80160" y="58704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cells use the code that trains real models.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One New Format for Lectures, Slides, Handouts, and Labs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5746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course materials — lectures, quizzes, and labs — are accessed through Caravel. However, lecture materials are  provided in a </a:t>
            </a:r>
            <a:r>
              <a:rPr lang="en-US" b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Notebook.  </a:t>
            </a: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tool is required to access a Jupyter Notebook.  There are two options: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3035533"/>
            <a:ext cx="5394960" cy="3657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09853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INSTALL REQUIRED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629893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4315693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experience for completing all course exercises. Requires installing Python, VS Code, and Git once, up front.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09360" y="3035533"/>
            <a:ext cx="5394960" cy="3657600"/>
          </a:xfrm>
          <a:prstGeom prst="rect">
            <a:avLst/>
          </a:prstGeom>
          <a:solidFill>
            <a:srgbClr val="27337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309853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 NEEDED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3629893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629400" y="4315693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your browser with just a Google account. Ideal if you're new to VS Code or want occasional access.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9D6449-CF37-26DB-00C7-9BE09C242B03}"/>
              </a:ext>
            </a:extLst>
          </p:cNvPr>
          <p:cNvSpPr txBox="1"/>
          <p:nvPr/>
        </p:nvSpPr>
        <p:spPr>
          <a:xfrm>
            <a:off x="457201" y="1280160"/>
            <a:ext cx="11155679" cy="830997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 Jupyter Notebook is a single file that mixes formatted text with live, runnable Python code — and shows the results right where you can see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· VISUAL STUDIO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19" y="1747189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19" y="1747189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19" y="2387269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software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19" y="2798749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3.11.9, VS Code, and Git — plus the Python and Jupyter VS Code extensions.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8999" y="2377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99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8999" y="30175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8999" y="342900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https://github.com/... — creates your course folder. Do this once.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39840" y="317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339840" y="317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39840" y="38174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VS Code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39840" y="422896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Open Folder, or run code . from inside the cloned folder.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37320" y="3904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037320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37320" y="45445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interpreter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7320" y="4956048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notebook, click Select Kernel, and choose your Python interpreter.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AE43E5-7912-371D-8647-ED0FE11A3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1" y="112052"/>
            <a:ext cx="4405744" cy="32181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634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· VISUAL STUDIO CODE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Updates, One Command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re-download the repository. Open a terminal in the course folder each week and run: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840480" cy="594360"/>
          </a:xfrm>
          <a:prstGeom prst="rect">
            <a:avLst/>
          </a:prstGeom>
          <a:solidFill>
            <a:srgbClr val="27337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only the files that changed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47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ZIP files to manage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copying or replacing folders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53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lessons simply appear in place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949440" y="2148840"/>
            <a:ext cx="4572000" cy="3017520"/>
          </a:xfrm>
          <a:prstGeom prst="rect">
            <a:avLst/>
          </a:prstGeom>
          <a:solidFill>
            <a:srgbClr val="27337A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Git blocks the pull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23760" y="27889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usually means you edited a course notebook directly. Make a copy of your work first, then contact the instructor if you're unsure how to proceed.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should generally not modify the original course notebooks — save your work under a new filename instead.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· GOOGLE COLAB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One-Time Setup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9049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90495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</a:rPr>
              <a:t>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199" y="2230575"/>
            <a:ext cx="350519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 to install!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916374"/>
            <a:ext cx="3505200" cy="21225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open the notebook directly from Caravel.</a:t>
            </a:r>
          </a:p>
          <a:p>
            <a:pPr marL="0" indent="0">
              <a:buNone/>
            </a:pPr>
            <a:endParaRPr lang="en-US" sz="2000" dirty="0">
              <a:solidFill>
                <a:srgbClr val="3A3F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browser tab will open in Google Colab.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100B79-5A10-F053-B3C0-692B37F0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334" y="1016023"/>
            <a:ext cx="6785306" cy="482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6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634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· GOOGLE COLAB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Updates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STEPS REQUIRED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79" y="2148840"/>
            <a:ext cx="9958647" cy="594360"/>
          </a:xfrm>
          <a:prstGeom prst="rect">
            <a:avLst/>
          </a:prstGeom>
          <a:solidFill>
            <a:srgbClr val="27337A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79" y="2148840"/>
            <a:ext cx="9958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notebook from Caravel; Notebook opens in a new browser tab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your own folder structure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47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subfolder  for each new week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notebook in the current week’s subfolder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01308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Option Should I Choose?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236625"/>
              </p:ext>
            </p:extLst>
          </p:nvPr>
        </p:nvGraphicFramePr>
        <p:xfrm>
          <a:off x="457200" y="1463040"/>
          <a:ext cx="11247120" cy="458724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Colab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Python environment required (with git)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updates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 from Caravel as a new tab in a browser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installation required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experience with using VSC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occasional use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past experience with using VSC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9629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1742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· GOOGLE COLAB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Notebooks in the Browser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11247120" cy="1234440"/>
          </a:xfrm>
          <a:prstGeom prst="rect">
            <a:avLst/>
          </a:prstGeom>
          <a:solidFill>
            <a:srgbClr val="F4F5FA"/>
          </a:solidFill>
          <a:ln w="12700">
            <a:solidFill>
              <a:srgbClr val="DC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8562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from Caravel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585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"Open in new tab" next to any notebook. You may be asked to sign into Google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83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2735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work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67588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notebooks are temporary — use File &gt; Save a copy in Drive, or Download the .ipynb.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11247120" cy="1234440"/>
          </a:xfrm>
          <a:prstGeom prst="rect">
            <a:avLst/>
          </a:prstGeom>
          <a:solidFill>
            <a:srgbClr val="F4F5FA"/>
          </a:solidFill>
          <a:ln w="12700">
            <a:solidFill>
              <a:srgbClr val="DC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8006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800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46908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weekly updates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50932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load from GitHub, so reopening from Caravel always gives you the latest version.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the instructor's copy directly — always work from your own saved version.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457200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08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a GitHub account?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repository is public — clone or download it without creating an account.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57200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to download a ZIP every week?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if you use Git. Run git pull to get only the changed files; without Git, download the latest ZIP instead.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457200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43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edit the course notebooks?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4754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save your own copy first — it keeps your work comparable to the original and avoids conflicts with new versions.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NOTEBOOK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Study Habits to a Study Mentor: Gemini Notebook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habits were things you did TO your notes. The new habit is a conversation your notes have back WITH you.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394960" cy="4160520"/>
          </a:xfrm>
          <a:prstGeom prst="rect">
            <a:avLst/>
          </a:prstGeom>
          <a:solidFill>
            <a:srgbClr val="EDEEF3"/>
          </a:solidFill>
          <a:ln w="12700">
            <a:solidFill>
              <a:srgbClr val="DC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6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STUDY HABITS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81635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notes and hope it sticks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352958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51129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everything, remember little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own flashcards by hand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49194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90118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the night before, alone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7240" y="56144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559612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you didn't know on the test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72200" y="2057400"/>
            <a:ext cx="5532120" cy="4160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NEW STUDY MENTOR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629400" y="283464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22592" y="27889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"Quiz me" — it tests you on your own notes, right now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629400" y="352958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511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22592" y="348386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any concept back to you, in plain language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629400" y="42821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4263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22592" y="42364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what you got wrong and what to review next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629400" y="497710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4958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22592" y="493138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 grounded in your material, available anytime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the HSC CIAI Course</a:t>
            </a:r>
            <a:endParaRPr lang="en-US" sz="10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10FE4BA5-6D14-A033-2D1E-5029DD1D1286}"/>
              </a:ext>
            </a:extLst>
          </p:cNvPr>
          <p:cNvSpPr/>
          <p:nvPr/>
        </p:nvSpPr>
        <p:spPr>
          <a:xfrm>
            <a:off x="7121236" y="1033272"/>
            <a:ext cx="313112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Known as NotebookLM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980</Words>
  <Application>Microsoft Office PowerPoint</Application>
  <PresentationFormat>Widescreen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 Goddu</cp:lastModifiedBy>
  <cp:revision>15</cp:revision>
  <dcterms:created xsi:type="dcterms:W3CDTF">2026-07-31T19:12:57Z</dcterms:created>
  <dcterms:modified xsi:type="dcterms:W3CDTF">2026-07-31T21:58:56Z</dcterms:modified>
</cp:coreProperties>
</file>