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90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63471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-457200"/>
            <a:ext cx="2834640" cy="2834640"/>
          </a:xfrm>
          <a:prstGeom prst="ellipse">
            <a:avLst/>
          </a:prstGeom>
          <a:solidFill>
            <a:srgbClr val="2E3C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CATHOLIC INTRODUCTION TO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 with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open, run, and submit your weekly lecture notebooks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12801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 ·  Google Colab  ·  Jupyter Lite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Jupyter Notebook?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72937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digitized version of the classic engineer's lab notebook — one document that mixes live code, math, charts, and narrative text.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78777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week's lecture material is distributed as a Jupyter Notebook (.ipynb), and every homework lab is submitted the same way.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03720" y="2118657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903720" y="209122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0" y="207293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2374689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Python cells run against a connected kernel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3078777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305134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303305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3334809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cells for formatted explanations, headings &amp; lists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4038897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40114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0" y="3993177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0" y="4294929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Equations, diagrams, charts, and images embedded inline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Jupyter Notebooks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Platforms, Ranked by Preference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3657600" cy="4297680"/>
          </a:xfrm>
          <a:prstGeom prst="rect">
            <a:avLst/>
          </a:prstGeom>
          <a:solidFill>
            <a:srgbClr val="27337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PREFERRED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Studio Code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Jupyter and Python extensions, connect a local kernel, and run notebooks natively inside your editor.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3657600" cy="4297680"/>
          </a:xfrm>
          <a:prstGeom prst="rect">
            <a:avLst/>
          </a:prstGeom>
          <a:solidFill>
            <a:srgbClr val="2E3C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NEXT PREFERRED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Zero-setup, browser-based, free GPU/TPU access. Notebooks live in Google Drive under Colab Notebooks.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657600" cy="4297680"/>
          </a:xfrm>
          <a:prstGeom prst="rect">
            <a:avLst/>
          </a:prstGeom>
          <a:solidFill>
            <a:srgbClr val="35458F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LEAST PREFERRED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66760" y="20116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Lite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in-browser via Pyodide with no account needed — but all files vanish when the tab closes.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Jupyter Notebooks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Notebook in VS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extensions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Jupyter and Python extensions from the Extensions view.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notebook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606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New File &gt; Jupyter Notebook creates a blank .ipynb with one code cell.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kernel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Select Kernel &gt; Python Environments, then choose an interpreter.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0" y="2194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cell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0" y="2606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play icon or press Ctrl+Alt+Enter (Cmd+Opt+Return on Mac).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1371600"/>
          </a:xfrm>
          <a:prstGeom prst="rect">
            <a:avLst/>
          </a:prstGeom>
          <a:solidFill>
            <a:srgbClr val="F4F5FA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cell won't run: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will prompt you to install the ipykernel package — a lightweight package required to run notebooks in VS Code. Click Install, then re-run the cell.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Jupyter Notebooks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Formatting Text with Markdown Cells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cells let you format narrative text with simple keyboard symbols — no plain-text limitations on headings, bold, italics, links, or blockquotes.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949440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*Italic*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**Bold**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 Heading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heading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 Blockquote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Indented quote 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* List item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Bulleted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`Inline code`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3F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code with backticks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680960" y="2011680"/>
            <a:ext cx="3977640" cy="3840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Plain Text?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0" y="2697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also supports a plain text cell type, but it cannot italicize, bold, create headings, or format blockquotes and lists — markdown is what gives your reports a polished, professional look.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commonmark.org/help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Jupyter Notebooks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 &amp; Jupyter Lite: The Alternatives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17320"/>
            <a:ext cx="5394960" cy="4480560"/>
          </a:xfrm>
          <a:prstGeom prst="rect">
            <a:avLst/>
          </a:prstGeom>
          <a:solidFill>
            <a:srgbClr val="F4F5FA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the browser — no setup, free GPU/TPU access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cell types: Code and Text (its name for markdown)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Google Drive to open files downloaded from Caravel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via File &gt; Save a copy in Drive, or Download to your PC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notebooks land in My Drive / Colab Notebooks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623560" cy="4480560"/>
          </a:xfrm>
          <a:prstGeom prst="rect">
            <a:avLst/>
          </a:prstGeom>
          <a:solidFill>
            <a:srgbClr val="F4F5FA"/>
          </a:solidFill>
          <a:ln w="12700">
            <a:solidFill>
              <a:srgbClr val="DC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Lite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in-browser via Pyodide — no install, no account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at jupyter.org/try-jupyter/tree, choose New &gt; Python (Pyodide)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workspace only — no Google Drive integration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Upload/download files manually to move them in and out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closing the tab loses all unsaved files — download before you leave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Jupyter Notebooks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6347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Submitting Homework Assignments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7337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lab .ipynb from Caravel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64408" y="2606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38728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7337A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75888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&amp; execute the cells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63056" y="2606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37376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7337A"/>
          </a:solidFill>
          <a:ln/>
        </p:spPr>
      </p:sp>
      <p:sp>
        <p:nvSpPr>
          <p:cNvPr id="14" name="Text 12"/>
          <p:cNvSpPr/>
          <p:nvPr/>
        </p:nvSpPr>
        <p:spPr>
          <a:xfrm>
            <a:off x="6574536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74536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(and download) the notebook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61704" y="26060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336024" y="21945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7337A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2331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73184" y="27432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it to the lab assignment for grading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You will see a Jupyter Notebook file and a PDF version of the file on the course page. Be sure to download both and use the Jupyter Notebook file for your assignment, when required.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029200"/>
            <a:ext cx="10698480" cy="0"/>
          </a:xfrm>
          <a:prstGeom prst="line">
            <a:avLst/>
          </a:prstGeom>
          <a:noFill/>
          <a:ln w="12700">
            <a:solidFill>
              <a:srgbClr val="3A46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212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Catholic Introduction to Artificial Intelligence — Integrating Faith and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690</Words>
  <Application>Microsoft Office PowerPoint</Application>
  <PresentationFormat>Widescreen</PresentationFormat>
  <Paragraphs>105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 Goddu</cp:lastModifiedBy>
  <cp:revision>3</cp:revision>
  <dcterms:created xsi:type="dcterms:W3CDTF">2026-07-29T17:29:00Z</dcterms:created>
  <dcterms:modified xsi:type="dcterms:W3CDTF">2026-07-29T17:44:39Z</dcterms:modified>
</cp:coreProperties>
</file>